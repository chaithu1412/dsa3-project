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0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B47814"/>
                </a:solidFill>
              </a:defRPr>
            </a:pPr>
            <a:r>
              <a:t>Hospital Scheduling Optimisation Engine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Artificial Intelligence for Healthcare Resource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7814"/>
                </a:solidFill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30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Team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Name: ____________________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Roll No: __________________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Batchmate: ________________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Batchmate Roll No: ________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Guide: 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7814"/>
                </a:solidFill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30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Overview of hospital scheduling challenges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Importance of efficient resource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7814"/>
                </a:solidFill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30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Assign patients to beds and operating rooms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Respect priorities, durations, staff availability and deadlines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7814"/>
                </a:solidFill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30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Maximise utilisation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Minimise makespan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Reduce waiting time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Generate quality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7814"/>
                </a:solidFill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30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Manual scheduling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Resource conflicts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Long waiting times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Higher idle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7814"/>
                </a:solidFill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30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AI-assisted scheduling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Constraint-aware optimisation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Automatic resource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7814"/>
                </a:solidFill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30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Patient Data → Constraint Manager → Optimisation Engine → Scheduler →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7814"/>
                </a:solidFill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30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Scheduling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Priority Queue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Constraint Satisfaction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Greedy + Local Search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Schedule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7814"/>
                </a:solidFill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30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Constraints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Operating room availability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Bed occupancy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Doctor schedules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Idle time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Makespan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7814"/>
                </a:solidFill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30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Benefits &amp;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Improved patient outcomes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Efficient resource planning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Hospital capacity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7814"/>
                </a:solidFill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30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Smart scheduling improves efficiency, reduces delays and enhances healthcare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7814"/>
                </a:solidFill>
              </a:defRPr>
            </a:pPr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28600"/>
            <a:ext cx="1143000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3093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7814"/>
                </a:solidFill>
              </a:defRPr>
            </a:pPr>
            <a:r>
              <a:t>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